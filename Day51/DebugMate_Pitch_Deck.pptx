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DEBUGMATE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debugging companion that turns every bug into a lesson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·  10-Day Capstone  ·  Rishi Kumar Kar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92640" y="10058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9829800" y="114300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A623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developer loses hours to bugs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teach them nothing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scroll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Reformulating an error into a search query, then sifting through outdated Stack Overflow answers.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&amp; forget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8862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tools explain the bug, but the explanation disappears the moment the conversation ends.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22860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🔁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50392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mistakes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38862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category of error resurfaces weeks later, because nothing was ever recorded or reviewed.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lightweight tool that treats debugging as a learning opportunity — and keeps a personal record of the growth.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developers still building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debugging instincts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06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Developer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CS students &amp; early-career engineers building portfolio projects or on their first jobs. Want to fix bugs fast — and understand why, so they visibly improve.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606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971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Self-Taught Builder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36576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Hobbyists and bootcamp learners debugging personal projects solo, without a mentor or team to ask for a patient, judgment-free explanation.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DebugMate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error. Get more than a fix.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your error message and the relevant code snippet.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18688" y="2313432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CBD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2331720"/>
            <a:ext cx="594360" cy="5943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29000" y="35204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diagnoses the root cause, gives a working fix, and explains the concept behind it.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99048" y="2313432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CBDD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233172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35204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auto-saves to your personal, searchable debugging journal.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79408" y="2313432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CBDD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89720" y="2331720"/>
            <a:ext cx="594360" cy="5943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8972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89720" y="35204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stats dashboard shows your patterns over time — what to study next.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in v1.0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8163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multi-user accounts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21868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safe email/password auth — your data is yours alone.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28163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diagnosis engine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321868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fix, and plain-English concept — for any language.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66760" y="28163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debug journal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66760" y="321868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auto-saved and browsable, tagged by language &amp; type.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43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48737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 dashboard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527608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errors, languages used, and progress over time.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41605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343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0" y="48737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polished product feel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0" y="527608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Branding, empty states, error handling, and mobile-friendly design.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41605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343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66760" y="48737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&amp; deployed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66760" y="527608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shareable URL — not a localhost demo.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architecture, built to 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8DC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41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898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UI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91840" y="224028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B4CE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0" y="22402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5240">
            <a:solidFill>
              <a:srgbClr val="D8DC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441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Server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0" y="2898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diagnosis ·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B4CE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06640" y="22402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8DC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441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06640" y="2898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sessions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call happens server-side only — the API key never reaches the browser.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059936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2277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JavaScript-based full stack — one language across client and server, minimizing context-switching within a 10-day build.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562856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42569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engineered for structured, labeled plain-text output — parsed reliably without brittle JSON handling.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065776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92861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early (Day 3) on free-tier hosting, so infrastructure risk surfaces before it's expensive to fix.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568696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43153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built on standard, well-tested patterns — hashed passwords, signed session tokens, ownership checks on every record.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out of v1.0 — on the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integration — full multi-file context for diagnosis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4884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214884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&amp; browser extensions — debug without leaving the editor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0720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search, filters &amp; custom tags across the journal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80720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80720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of fixes as shareable snippets or Markdown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6557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login (Google / GitHub) for faster onboarding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46557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46557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 — shared journals for study groups or bootcamps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out on purpose — protecting a focused, finished v1.0 over a sprawling, half-built one.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bug you fix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make you a better developer.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DebugMate starts as a personal debugging companion — and grows toward becoming the place every self-taught and early-career developer keeps their record of hard-won lessons, one error at a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822960" cy="54864"/>
          </a:xfrm>
          <a:prstGeom prst="rect">
            <a:avLst/>
          </a:prstGeom>
          <a:solidFill>
            <a:srgbClr val="2FBF9F"/>
          </a:solidFill>
          <a:ln/>
        </p:spPr>
      </p:sp>
      <p:sp>
        <p:nvSpPr>
          <p:cNvPr id="7" name="Text 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2026-07-21T04:03:26Z</dcterms:created>
  <dcterms:modified xsi:type="dcterms:W3CDTF">2026-07-21T04:03:26Z</dcterms:modified>
</cp:coreProperties>
</file>